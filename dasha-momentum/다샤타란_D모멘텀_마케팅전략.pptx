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4B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MARKETING STRATEGY &amp; 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다샤 타란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MOMENTUM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둥지 · 새 챕터  —  포지셔닝과 채널 전략 제안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MOMENTUM  ·  2026.06  ·  내부 전략 미팅용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쥐고 있는 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2,200만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합산 도달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7288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13.9M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 · 최대 자산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0216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Instagram(+서브 2.6M)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61704" y="19659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$0.8–1.17M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07424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연수익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1713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8912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상황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전속계약 효력정지 가처분 인용 — 본안 전까지 자유 활동 가능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89204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7년간 정산서 미제공이 핵심 사유  · 前 대표 상대 횡령·배임 고소 진행 중  · 약 9천만원 미정산 주장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30352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사건은 "수동적 인형 → 주체적 인물" 전환의 명분이 된다 (단, 소송 자체를 마케팅 소재화 금지)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자산이 어디에 있는가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914400" cy="914400"/>
          </a:xfrm>
          <a:prstGeom prst="ellipse">
            <a:avLst/>
          </a:prstGeom>
          <a:solidFill>
            <a:srgbClr val="1713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585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74520" y="19933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팬덤은 글로벌이다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4688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TikTok·IG 모두 러시아/CIS·중동·동남아·남미 중심. 한국인 팬이 아님. '국내 연예인'으로 다루면 자산의 90%를 버린다.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914400" cy="914400"/>
          </a:xfrm>
          <a:prstGeom prst="ellipse">
            <a:avLst/>
          </a:prstGeom>
          <a:solidFill>
            <a:srgbClr val="1713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30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33649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엔진은 TikTok이다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38404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13.9M의 단일 최대 채널. 신규 유입의 본진. 다른 채널을 여기에 종속시켜 설계해야 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914400" cy="914400"/>
          </a:xfrm>
          <a:prstGeom prst="ellipse">
            <a:avLst/>
          </a:prstGeom>
          <a:solidFill>
            <a:srgbClr val="E84B7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01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74520" y="47365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약점은 '서사 부재'다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52120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비주얼 의존형은 교체 가능하고 수익이 브랜드딜에만 묶인다. 인격·서사·사업이 없으면 가치가 우상향하지 못한다.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미팅의 가장 큰 결정 — 누구로 다시 세울 것인가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수동적 비주얼 모델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2186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박제된 '인형' 이미지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6941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수익 = 브랜드딜 단가에 종속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017520"/>
            <a:ext cx="640080" cy="457200"/>
          </a:xfrm>
          <a:prstGeom prst="rightArrow">
            <a:avLst/>
          </a:prstGeom>
          <a:solidFill>
            <a:srgbClr val="E84B7C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01168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17131C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자기 브랜드를 운영하는 파운더-크리에이터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32186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'7년 만에 독립한' 주체적 서사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36941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오너 브랜드 · IP로 수익 다각화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C8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89204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베팅  </a:t>
            </a:r>
            <a:pPr indent="0" marL="0">
              <a:buNone/>
            </a:pPr>
            <a:r>
              <a:rPr lang="en-US" sz="18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"Reinvention(재탄생)" 내러티브를 마케팅 축으로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539496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독립이 '인형 → 주체'로의 전환에 완벽한 명분을 준다. 톤: 새 시작 · 진짜 나 · 직접 만든다 (소송 직접 언급 X)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전략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vs 해외 — 글로벌 우선, 한국은 베이스캠프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17131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· 본진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 · 규모 · 수익의 메인 무대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영어 기반 글로벌 콘텐츠가 1순위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730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글로벌 브랜드딜 · 커머스 전환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1696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팔로워 2,200만의 실제 거주지를 공략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20116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· 베이스캠프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허브이자 차별화 스토리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'한국 사는 글로벌 셀럽' 포지션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3730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K-뷰티/패션의 글로벌 앰배서더 수요 흡수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41696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국내 단독활동 = 수익 아닌 '화제성·소재'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한국을 무대로 쓰되 청중은 전 세계. 국내 단독 시장만 노리면 ROI가 무너진다.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전략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역할 분담 — 퍼널로 나눠라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84B7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solidFill>
            <a:srgbClr val="E84B7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75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 · 엔진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유입 · 바이럴 (주력)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짧은 비주얼/트렌드/GRWM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하루 1–2개 고빈도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K-루틴을 글로벌 톤으로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· 조회 · 신규팔로워 · 세이브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9704" y="196596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9704" y="196596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C8A24B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9704" y="2468880"/>
            <a:ext cx="3566160" cy="36576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2075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764024" y="2496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· 커머스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근거 · 포트폴리오 · 전환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64024" y="3657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고퀄 화보로 프리미엄 유지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4114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Reels로 도달 보완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64024" y="4572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쇼핑태그 커머스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· 인게이지(현 8%대) · 저장 · 문의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39328" y="196596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196596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7B5BD6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9328" y="2468880"/>
            <a:ext cx="3566160" cy="365760"/>
          </a:xfrm>
          <a:prstGeom prst="rect">
            <a:avLst/>
          </a:prstGeom>
          <a:solidFill>
            <a:srgbClr val="7B5BD6"/>
          </a:solidFill>
          <a:ln/>
        </p:spPr>
      </p:sp>
      <p:sp>
        <p:nvSpPr>
          <p:cNvPr id="27" name="Text 25"/>
          <p:cNvSpPr/>
          <p:nvPr/>
        </p:nvSpPr>
        <p:spPr>
          <a:xfrm>
            <a:off x="8613648" y="2075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613648" y="2496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인격 · 해자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13648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사람으로 만들고 돈으로 바꾼다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13648" y="3657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브이로그 · 한국 정착기 · Q&amp;A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13648" y="4114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'인형'에 서사 부여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13648" y="4572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광고·장편PPL·브랜드 런칭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13648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· 시청시간 · 구독전환 · 충성도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틱톡으로 끌어와(도달) → 인스타로 신뢰·구매 자산화 → 유튜브로 사람으로 만들고 돈으로 바꾼다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브랜드딜 의존 탈피 — 3단계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rgbClr val="8C879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2374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브랜드딜 최적화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글로벌+K-뷰티/패션 협찬. 현 수익원의 단가 인상 협상.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9704" y="210312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2423160"/>
            <a:ext cx="685800" cy="6858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52374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32704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9744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오너 브랜드 (PB/협업)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09744" y="3977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뷰티·패션 소품 자체 라인. 인형 비주얼 = 뷰티와 완벽 적합.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328" y="210312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17131C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59368" y="2423160"/>
            <a:ext cx="685800" cy="685800"/>
          </a:xfrm>
          <a:prstGeom prst="ellipse">
            <a:avLst/>
          </a:prstGeom>
          <a:solidFill>
            <a:srgbClr val="E84B7C"/>
          </a:solidFill>
          <a:ln/>
        </p:spPr>
      </p:sp>
      <p:sp>
        <p:nvSpPr>
          <p:cNvPr id="18" name="Text 16"/>
          <p:cNvSpPr/>
          <p:nvPr/>
        </p:nvSpPr>
        <p:spPr>
          <a:xfrm>
            <a:off x="8659368" y="252374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82328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59368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IP화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59368" y="3977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화보집·굿즈·멤버십/팬 플랫폼. 단가가 아닌 자산을 보유.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브랜드딜만 하면 또 '남의 단가에 묶인 모델'. 2·3단계를 깔아야 D모멘텀이 기획사가 아닌 사업 파트너가 된다.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실행 로드맵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7131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solidFill>
            <a:srgbClr val="17131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21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0–30일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리포지셔닝 셋업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채널 톤&amp;매너 리뉴얼(재탄생)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78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YouTube 채널 신설·기획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74573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앵커 콘텐츠 1탄 '새 시작' 발행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9704" y="20574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20574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7131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9704" y="2468880"/>
            <a:ext cx="3566160" cy="365760"/>
          </a:xfrm>
          <a:prstGeom prst="rect">
            <a:avLst/>
          </a:prstGeom>
          <a:solidFill>
            <a:srgbClr val="17131C"/>
          </a:solidFill>
          <a:ln/>
        </p:spPr>
      </p:sp>
      <p:sp>
        <p:nvSpPr>
          <p:cNvPr id="15" name="Text 13"/>
          <p:cNvSpPr/>
          <p:nvPr/>
        </p:nvSpPr>
        <p:spPr>
          <a:xfrm>
            <a:off x="4764024" y="2221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31–60일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64024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엔진 가동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64024" y="3611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TikTok 고빈도 운영 본격화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64024" y="4178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한국 정착기 브이로그 시리즈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474573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글로벌 브랜드딜 단가 재협상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39328" y="20574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5F1F4"/>
          </a:solidFill>
          <a:ln w="12700">
            <a:solidFill>
              <a:srgbClr val="E7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20574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713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339328" y="2468880"/>
            <a:ext cx="3566160" cy="365760"/>
          </a:xfrm>
          <a:prstGeom prst="rect">
            <a:avLst/>
          </a:prstGeom>
          <a:solidFill>
            <a:srgbClr val="17131C"/>
          </a:solidFill>
          <a:ln/>
        </p:spPr>
      </p:sp>
      <p:sp>
        <p:nvSpPr>
          <p:cNvPr id="23" name="Text 21"/>
          <p:cNvSpPr/>
          <p:nvPr/>
        </p:nvSpPr>
        <p:spPr>
          <a:xfrm>
            <a:off x="8613648" y="2221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61–90일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다각화 착수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13648" y="3611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오너 브랜드/PB 컨셉 확정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13648" y="41788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커머스(쇼핑태그) 테스트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13648" y="474573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성과 리뷰 → 다음 분기 설계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 종료 시 지표 리뷰로 다음 단계 가설을 갱신한다.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4B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A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미팅에서 결정할 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합의해야 할 4가지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1D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11680" y="23957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언어·시장 1순위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880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영어(글로벌) 메인 + 한국 서브 — 동의하는가?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21031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1D2B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46720" y="23957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 한 문장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2880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'재탄생 서사' vs 기존 '비주얼 퀸' 유지·강화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1D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89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011680" y="4407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 신설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4892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리포지셔닝하려면 필수. 안 하면 한계 그대로.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75120" y="4114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1D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4389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046720" y="4407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오너 브랜드 로드맵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브랜드딜만 vs PB·협업까지 확장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C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MOMENTUM  ·  다샤 타란 마케팅 전략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2026-06-05T01:41:12Z</dcterms:created>
  <dcterms:modified xsi:type="dcterms:W3CDTF">2026-06-05T01:41:12Z</dcterms:modified>
</cp:coreProperties>
</file>